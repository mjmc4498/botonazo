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11430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743200"/>
            <a:ext cx="6400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5F5F7"/>
                </a:solidFill>
                <a:latin typeface="Arial"/>
              </a:rPr>
              <a:t>Botonazo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A1A1A6"/>
                </a:solidFill>
                <a:latin typeface="Arial"/>
              </a:rPr>
              <a:t>Tu deck de botones para Chrome, en el celular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Miguel Mogrovejo · Octubre de 2026</a:t>
            </a:r>
          </a:p>
        </p:txBody>
      </p:sp>
      <p:pic>
        <p:nvPicPr>
          <p:cNvPr id="7" name="Picture 6" descr="phone-inicio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02920"/>
            <a:ext cx="280527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9F0A"/>
                </a:solidFill>
                <a:latin typeface="Arial"/>
              </a:rPr>
              <a:t>EL RETO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Transmitir y trabajar sin perder el ritmo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Saltos constantes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Cambiar de escena, de pestaña o de ventana interrumpe el directo y la concentración.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1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5031" y="2331720"/>
            <a:ext cx="384048" cy="38404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1" y="2898648"/>
            <a:ext cx="2039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Hardware caro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1" y="3337560"/>
            <a:ext cx="203911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Un deck físico de botones cuesta, ocupa espacio en el escritorio y no siempre está a mano.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5664" y="2331720"/>
            <a:ext cx="384048" cy="38404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Atajos que se olvidan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Cada herramienta tiene sus combinaciones; recordarlas todas en vivo es imposible.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51976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26296" y="2331720"/>
            <a:ext cx="384048" cy="38404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898648"/>
            <a:ext cx="2039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Todo disperso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3337560"/>
            <a:ext cx="203911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Capturas, grabaciones, OBS, música y mensajes viven en lugares distintos.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9F0A"/>
                </a:solidFill>
                <a:latin typeface="Arial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6035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Tu celular, convertido en un deck de botones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A1A1A6"/>
                </a:solidFill>
                <a:latin typeface="Arial"/>
              </a:rPr>
              <a:t>Una extensión de Chrome y una página web: diseñas tus botones, escaneas un código QR y tu celular controla el navegador con un toque.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694176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Sin instalar nada en el celular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5876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 QR abre el deck en el navegador; no hay apps ni cuentas.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40740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2511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Todo en un mismo lugar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Capturas, grabación, OBS, pestañas, multimedia, mensajes y webhooks.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5120640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3834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Directo y cifrado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1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WebRTC de punto a punto entre tu celular y tu computadora.</a:t>
            </a:r>
          </a:p>
        </p:txBody>
      </p:sp>
      <p:pic>
        <p:nvPicPr>
          <p:cNvPr id="15" name="Picture 14" descr="desk-confetti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34440"/>
            <a:ext cx="5303520" cy="2983230"/>
          </a:xfrm>
          <a:prstGeom prst="rect">
            <a:avLst/>
          </a:prstGeom>
        </p:spPr>
      </p:pic>
      <p:pic>
        <p:nvPicPr>
          <p:cNvPr id="16" name="Picture 15" descr="phone-inicio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834640"/>
            <a:ext cx="1797131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9F0A"/>
                </a:solidFill>
                <a:latin typeface="Arial"/>
              </a:rPr>
              <a:t>CÓMO SE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Tres pasos y estás al mando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33172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1783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Diseña tu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783079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Elige la acción de cada botón, su ícono o emoji y su color en el editor de la extensión.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2057400"/>
            <a:ext cx="233172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29000" y="2331720"/>
            <a:ext cx="384048" cy="38404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898648"/>
            <a:ext cx="1783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Escanea el código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611880"/>
            <a:ext cx="1783079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Haz clic en el ícono de Botonazo (Alt+Shift+D) y apunta la cámara del celular al QR.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2057400"/>
            <a:ext cx="233172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0" y="2331720"/>
            <a:ext cx="384048" cy="38404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898648"/>
            <a:ext cx="1783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¡Dale al botonazo!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611880"/>
            <a:ext cx="1783079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Tu deck aparece en el celular y cada toque se ejecuta al instante en Chrome.</a:t>
            </a:r>
          </a:p>
        </p:txBody>
      </p:sp>
      <p:pic>
        <p:nvPicPr>
          <p:cNvPr id="17" name="Picture 16" descr="popup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143000"/>
            <a:ext cx="2435493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9F0A"/>
                </a:solidFill>
                <a:latin typeface="Arial"/>
              </a:rPr>
              <a:t>EL EDITOR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Diseña tu deck a tu medida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46 acciones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En 9 categorías, con sus opciones.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889504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0720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103 íconos o emojis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54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Y 12 colores para cada botón.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547872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65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Páginas y columnas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Hasta 12 páginas de 40 botones.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206240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12394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Arrastrar y soltar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1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Ordena o mueve botones entre páginas.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86460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78231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Macros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Hasta 20 acciones con pausas.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5522975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40679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Importar y exportar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687567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Comparte tu deck como JSON.</a:t>
            </a:r>
          </a:p>
        </p:txBody>
      </p:sp>
      <p:pic>
        <p:nvPicPr>
          <p:cNvPr id="23" name="Picture 22" descr="editor-dark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914400"/>
            <a:ext cx="7406640" cy="549886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9F0A"/>
                </a:solidFill>
                <a:latin typeface="Arial"/>
              </a:rPr>
              <a:t>CAPTURAS Y GRABACIÓN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Tu pantalla, en la palma de tu mano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Captura de pantalla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A Descargas › Botonazo y al celular, lista para guardar o compartir.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08376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Grabar la pestaña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7296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Video MP4 con sonido; el botón muestra el cronómetro.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85615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Grabar la pantalla o una ventana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5020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Desde el estudio, con el selector de Chrome.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62856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805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Pantalla en vivo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Mira la pestaña en tu celular con video en tiempo real.</a:t>
            </a:r>
          </a:p>
        </p:txBody>
      </p:sp>
      <p:pic>
        <p:nvPicPr>
          <p:cNvPr id="17" name="Picture 16" descr="phone-viewer-mar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548640"/>
            <a:ext cx="2761446" cy="5760720"/>
          </a:xfrm>
          <a:prstGeom prst="rect">
            <a:avLst/>
          </a:prstGeom>
        </p:spPr>
      </p:pic>
      <p:pic>
        <p:nvPicPr>
          <p:cNvPr id="18" name="Picture 17" descr="phone-shot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548640"/>
            <a:ext cx="2761446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9F0A"/>
                </a:solidFill>
                <a:latin typeface="Arial"/>
              </a:rPr>
              <a:t>TRANSMISIONES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Transmite y graba con OBS Studio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En vivo y grabación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Inicia, detén y pausa; con cronómetro en el botón.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62656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Escenas y fuentes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Cambia de escena y muestra u oculta la cámara.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94176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Silencia el micrófono o cualquier fuente.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25696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Repetición y cámara virtual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9028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Guarda el último momento o activa la cámara virtual.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157216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Estado real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2180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Los botones se iluminan según lo que pasa en OBS.</a:t>
            </a:r>
          </a:p>
        </p:txBody>
      </p:sp>
      <p:pic>
        <p:nvPicPr>
          <p:cNvPr id="20" name="Picture 19" descr="phone-obs-mar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548640"/>
            <a:ext cx="2761446" cy="5760720"/>
          </a:xfrm>
          <a:prstGeom prst="rect">
            <a:avLst/>
          </a:prstGeom>
        </p:spPr>
      </p:pic>
      <p:pic>
        <p:nvPicPr>
          <p:cNvPr id="21" name="Picture 20" descr="desk-lower-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2011680"/>
            <a:ext cx="3246120" cy="182594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595360" y="393192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Los carteles se dibujan sobre la página y salen en la transmisión.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9F0A"/>
                </a:solidFill>
                <a:latin typeface="Arial"/>
              </a:rPr>
              <a:t>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Pestañas, ventanas y multimedia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Lista de pestañas en el celular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Salta a cualquiera o ciérrala con un toque.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62656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Siguiente, anterior y la que suena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Navega sin mirar la computadora.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94176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Ventanas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Cambia de ventana, abre una nueva, pantalla completa o minimiza.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25696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Multimedia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9028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Play, pausa, ±10 s, volumen, silencio y velocidad.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157216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Página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2180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Zoom, desplazar, atrás y adelante.</a:t>
            </a:r>
          </a:p>
        </p:txBody>
      </p:sp>
      <p:pic>
        <p:nvPicPr>
          <p:cNvPr id="20" name="Picture 19" descr="phone-tabs-mar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548640"/>
            <a:ext cx="2761446" cy="5760720"/>
          </a:xfrm>
          <a:prstGeom prst="rect">
            <a:avLst/>
          </a:prstGeom>
        </p:spPr>
      </p:pic>
      <p:pic>
        <p:nvPicPr>
          <p:cNvPr id="21" name="Picture 20" descr="phone-atajos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548640"/>
            <a:ext cx="2761446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9F0A"/>
                </a:solidFill>
                <a:latin typeface="Arial"/>
              </a:rPr>
              <a:t>MENSAJES EN PANTALLA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Habla con tu audiencia sin decir nada</a:t>
            </a:r>
          </a:p>
        </p:txBody>
      </p:sp>
      <p:pic>
        <p:nvPicPr>
          <p:cNvPr id="5" name="Picture 4" descr="desk-message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365760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80560" y="2560320"/>
            <a:ext cx="1600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Cartel a pantalla completa</a:t>
            </a:r>
          </a:p>
        </p:txBody>
      </p:sp>
      <p:pic>
        <p:nvPicPr>
          <p:cNvPr id="7" name="Picture 6" descr="desk-lower-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783080"/>
            <a:ext cx="3657600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12680" y="2560320"/>
            <a:ext cx="1600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Barra inferior</a:t>
            </a:r>
          </a:p>
        </p:txBody>
      </p:sp>
      <p:pic>
        <p:nvPicPr>
          <p:cNvPr id="9" name="Picture 8" descr="desk-toast-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51960"/>
            <a:ext cx="3657600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60" y="5029200"/>
            <a:ext cx="1600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Aviso rápido</a:t>
            </a:r>
          </a:p>
        </p:txBody>
      </p:sp>
      <p:pic>
        <p:nvPicPr>
          <p:cNvPr id="11" name="Picture 10" descr="desk-confetti-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4251960"/>
            <a:ext cx="3657600" cy="2057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12680" y="5029200"/>
            <a:ext cx="1600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Lluvia de confeti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9F0A"/>
                </a:solidFill>
                <a:latin typeface="Arial"/>
              </a:rPr>
              <a:t>AUTOMATIZACIÓN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Miles de funciones, las que tú quieras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349240" cy="19202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Atajos de teclado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24912"/>
            <a:ext cx="48006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Graba cualquier combinación y envíala a la página: YouTube, Meet, Slides, editores web…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11680"/>
            <a:ext cx="5349240" cy="19202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8600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Textos y portapapeles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24912"/>
            <a:ext cx="48006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Escribe saludos o respuestas predefinidas, o copia enlaces al portapapeles.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60520"/>
            <a:ext cx="5349240" cy="19202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Webhooks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73752"/>
            <a:ext cx="48006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Conecta Streamer.bot, Home Assistant, Zapier, IFTTT o Discord con una petición HTTP.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60520"/>
            <a:ext cx="5349240" cy="19202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43484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Macros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873752"/>
            <a:ext cx="48006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Encadena acciones: pantalla completa + reproducir, escena + mensaje, y lo que imagines.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9F0A"/>
                </a:solidFill>
                <a:latin typeface="Arial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Una conexión directa y cifrada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108960" cy="19202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Celular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90672"/>
            <a:ext cx="256032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Deck web en el navegador. Solo envía el id del botón pulsado.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377440"/>
            <a:ext cx="3108960" cy="19202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6517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Computadora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3090672"/>
            <a:ext cx="256032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Chrome con Botonazo: resuelve el botón y ejecuta la acción.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2377440"/>
            <a:ext cx="3108960" cy="19202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26517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OBS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090672"/>
            <a:ext cx="256032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WebSocket local para escenas, transmisión y grabación.</a:t>
            </a:r>
          </a:p>
        </p:txBody>
      </p:sp>
      <p:sp>
        <p:nvSpPr>
          <p:cNvPr id="14" name="Left-Right Arrow 13"/>
          <p:cNvSpPr/>
          <p:nvPr/>
        </p:nvSpPr>
        <p:spPr>
          <a:xfrm>
            <a:off x="3794760" y="3108960"/>
            <a:ext cx="685800" cy="411480"/>
          </a:xfrm>
          <a:prstGeom prst="leftRightArrow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-Right Arrow 14"/>
          <p:cNvSpPr/>
          <p:nvPr/>
        </p:nvSpPr>
        <p:spPr>
          <a:xfrm>
            <a:off x="7680960" y="3108960"/>
            <a:ext cx="685800" cy="411480"/>
          </a:xfrm>
          <a:prstGeom prst="leftRightArrow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177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WebRTC cifrado de punto a punto · señalización PeerJS solo para el enlace inicial · retransmisión de Cloudflare si la red lo bloquea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5074920"/>
            <a:ext cx="6309360" cy="1371600"/>
          </a:xfrm>
          <a:prstGeom prst="roundRect">
            <a:avLst>
              <a:gd name="adj" fmla="val 8000"/>
            </a:avLst>
          </a:prstGeom>
          <a:solidFill>
            <a:srgbClr val="222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53492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Seguro por diseño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788151"/>
            <a:ext cx="57607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Las direcciones, textos y contraseñas de tus botones nunca salen de la computadora.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9F0A"/>
                </a:solidFill>
                <a:latin typeface="Arial"/>
              </a:rPr>
              <a:t>PRIVACIDAD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Tus datos se quedan contigo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Sin cuentas ni analítica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Botonazo no recopila datos personales, no muestra anuncios y no usa cookies.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1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5031" y="2331720"/>
            <a:ext cx="384048" cy="38404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1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Código QR con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1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La clave viaja en el fragmento # y se renueva en cada sesión.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5664" y="2331720"/>
            <a:ext cx="384048" cy="38404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Archivos en tus equipos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Capturas y videos se guardan en tu computadora o tu celular, nunca en un servidor.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51976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26296" y="2331720"/>
            <a:ext cx="384048" cy="38404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Permisos a pedido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Los scripts entran a la página solo cuando pulsas un botón que los necesita.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9F0A"/>
                </a:solidFill>
                <a:latin typeface="Arial"/>
              </a:rPr>
              <a:t>ESTADO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Listo para la Chrome Web Store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64 comprobaciones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375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Prueba de punta a punta con la extensión, el celular, OBS simulado, grabación y video en vivo reales.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17720" y="2331720"/>
            <a:ext cx="384048" cy="38404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9864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Paquete listo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3375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dist/botonazo-1.0.0.zip validado: manifiesto, íconos, idioma y scripts.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21040" y="2331720"/>
            <a:ext cx="384048" cy="384048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89864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Ficha completa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3375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Textos, 5 capturas, mosaicos, privacidad y justificación de permisos.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920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A1A1A6"/>
                </a:solidFill>
                <a:latin typeface="Arial"/>
              </a:rPr>
              <a:t>Siguiente paso: publicar el repositorio con GitHub Pages (mjmc4498.github.io/botonazo) y subir el ZIP en el panel del desarrollador.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11430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880360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>
                <a:solidFill>
                  <a:srgbClr val="F5F5F7"/>
                </a:solidFill>
                <a:latin typeface="Arial"/>
              </a:rPr>
              <a:t>¡Dale al botonazo!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A1A1A6"/>
                </a:solidFill>
                <a:latin typeface="Arial"/>
              </a:rPr>
              <a:t>Diseña tu deck, escanea el QR y controla Chrome desde tu celular.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2000" b="0">
                <a:solidFill>
                  <a:srgbClr val="A1A1A6"/>
                </a:solidFill>
                <a:latin typeface="Arial"/>
              </a:rPr>
              <a:t>mjmc4498.github.io/botonazo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Creado por Miguel Mogrovejo</a:t>
            </a:r>
          </a:p>
        </p:txBody>
      </p:sp>
      <p:pic>
        <p:nvPicPr>
          <p:cNvPr id="7" name="Picture 6" descr="phone-obs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02920"/>
            <a:ext cx="2805279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